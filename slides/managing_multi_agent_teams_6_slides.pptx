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a0316cce4249b1" /><Relationship Type="http://schemas.openxmlformats.org/officeDocument/2006/relationships/extended-properties" Target="/docProps/app.xml" Id="Rd4d2d68ddf0b46ed" /><Relationship Type="http://schemas.openxmlformats.org/officeDocument/2006/relationships/officeDocument" Target="/ppt/presentation.xml" Id="R8610c8badcaf44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4bfdada7f64bc5"/>
  </p:sldMasterIdLst>
  <p:notesMasterIdLst>
    <p:notesMasterId xmlns:r="http://schemas.openxmlformats.org/officeDocument/2006/relationships" r:id="R896c2b2ac09742af"/>
  </p:notesMasterIdLst>
  <p:sldIdLst>
    <p:sldId xmlns:r="http://schemas.openxmlformats.org/officeDocument/2006/relationships" id="256" r:id="Rc7b2800dd21f486b"/>
    <p:sldId xmlns:r="http://schemas.openxmlformats.org/officeDocument/2006/relationships" id="257" r:id="Rafd9362cea4c41c0"/>
    <p:sldId xmlns:r="http://schemas.openxmlformats.org/officeDocument/2006/relationships" id="258" r:id="R639064f55efa4784"/>
    <p:sldId xmlns:r="http://schemas.openxmlformats.org/officeDocument/2006/relationships" id="259" r:id="R63c0923b25e24814"/>
    <p:sldId xmlns:r="http://schemas.openxmlformats.org/officeDocument/2006/relationships" id="260" r:id="R966421551f6841f4"/>
    <p:sldId xmlns:r="http://schemas.openxmlformats.org/officeDocument/2006/relationships" id="261" r:id="Rd50e902abb2149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d20d1ac5734e5b" /><Relationship Type="http://schemas.openxmlformats.org/officeDocument/2006/relationships/slideMaster" Target="/ppt/slideMasters/slideMaster1.xml" Id="R544bfdada7f64bc5" /><Relationship Type="http://schemas.openxmlformats.org/officeDocument/2006/relationships/notesMaster" Target="/ppt/notesMasters/notesMaster1.xml" Id="R896c2b2ac09742af" /><Relationship Type="http://schemas.openxmlformats.org/officeDocument/2006/relationships/presProps" Target="/ppt/presProps.xml" Id="Rae62423f17b146cc" /><Relationship Type="http://schemas.openxmlformats.org/officeDocument/2006/relationships/tableStyles" Target="/ppt/tableStyles.xml" Id="Rde3c59679cd84e11" /><Relationship Type="http://schemas.openxmlformats.org/officeDocument/2006/relationships/slide" Target="/ppt/slides/slide1.xml" Id="Rc7b2800dd21f486b" /><Relationship Type="http://schemas.openxmlformats.org/officeDocument/2006/relationships/slide" Target="/ppt/slides/slide2.xml" Id="Rafd9362cea4c41c0" /><Relationship Type="http://schemas.openxmlformats.org/officeDocument/2006/relationships/slide" Target="/ppt/slides/slide3.xml" Id="R639064f55efa4784" /><Relationship Type="http://schemas.openxmlformats.org/officeDocument/2006/relationships/slide" Target="/ppt/slides/slide4.xml" Id="R63c0923b25e24814" /><Relationship Type="http://schemas.openxmlformats.org/officeDocument/2006/relationships/slide" Target="/ppt/slides/slide5.xml" Id="R966421551f6841f4" /><Relationship Type="http://schemas.openxmlformats.org/officeDocument/2006/relationships/slide" Target="/ppt/slides/slide6.xml" Id="Rd50e902abb2149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1c8e0b41654e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a5a13b403e4a7a" /><Relationship Type="http://schemas.openxmlformats.org/officeDocument/2006/relationships/notesMaster" Target="/ppt/notesMasters/notesMaster1.xml" Id="R11992761461d46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8e4b612cf7432f" /><Relationship Type="http://schemas.openxmlformats.org/officeDocument/2006/relationships/notesMaster" Target="/ppt/notesMasters/notesMaster1.xml" Id="Ra7b036a9c31648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f72e726476490d" /><Relationship Type="http://schemas.openxmlformats.org/officeDocument/2006/relationships/notesMaster" Target="/ppt/notesMasters/notesMaster1.xml" Id="R58160eb483d849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1f3924932b4440" /><Relationship Type="http://schemas.openxmlformats.org/officeDocument/2006/relationships/notesMaster" Target="/ppt/notesMasters/notesMaster1.xml" Id="Rbfa02f1ef58147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09c9f77d994c16" /><Relationship Type="http://schemas.openxmlformats.org/officeDocument/2006/relationships/notesMaster" Target="/ppt/notesMasters/notesMaster1.xml" Id="R4ef287707ec84d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19e5aa0434473b" /><Relationship Type="http://schemas.openxmlformats.org/officeDocument/2006/relationships/notesMaster" Target="/ppt/notesMasters/notesMaster1.xml" Id="Rb10aee03cb7448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(repository paths relative to slides/):</a:t>
            </a:r>
          </a:p>
          <a:p xmlns:a="http://schemas.openxmlformats.org/drawingml/2006/main">
            <a:r>
              <a:t>../README.md#golden-path</a:t>
            </a:r>
          </a:p>
          <a:p xmlns:a="http://schemas.openxmlformats.org/drawingml/2006/main">
            <a:r>
              <a:t>../COURSE_MAP.md#seven-notebook-order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(repository paths relative to slides/):</a:t>
            </a:r>
          </a:p>
          <a:p xmlns:a="http://schemas.openxmlformats.org/drawingml/2006/main">
            <a:r>
              <a:t>../notebooks/02_lab_crewai.ipynb</a:t>
            </a:r>
          </a:p>
          <a:p xmlns:a="http://schemas.openxmlformats.org/drawingml/2006/main">
            <a:r>
              <a:t>../notebooks/03_lab_security.ipynb</a:t>
            </a:r>
          </a:p>
          <a:p xmlns:a="http://schemas.openxmlformats.org/drawingml/2006/main">
            <a:r>
              <a:t>../notebooks/04_capstone.ipynb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(repository paths relative to slides/):</a:t>
            </a:r>
          </a:p>
          <a:p xmlns:a="http://schemas.openxmlformats.org/drawingml/2006/main">
            <a:r>
              <a:t>../notebooks/04_capstone.ipynb</a:t>
            </a:r>
          </a:p>
          <a:p xmlns:a="http://schemas.openxmlformats.org/drawingml/2006/main">
            <a:r>
              <a:t>../ASSIGNMENTS.md#ex5-capstone-virtual-software-company</a:t>
            </a:r>
          </a:p>
          <a:p xmlns:a="http://schemas.openxmlformats.org/drawingml/2006/main">
            <a:r>
              <a:t>A2A here means the local typed Development-to-Security handoff; no network A2A transport is exercised.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(repository paths relative to slides/):</a:t>
            </a:r>
          </a:p>
          <a:p xmlns:a="http://schemas.openxmlformats.org/drawingml/2006/main">
            <a:r>
              <a:t>../notebooks/02_lab_crewai.ipynb</a:t>
            </a:r>
          </a:p>
          <a:p xmlns:a="http://schemas.openxmlformats.org/drawingml/2006/main">
            <a:r>
              <a:t>../ASSIGNMENTS.md#assignment-04-code-auditing</a:t>
            </a:r>
          </a:p>
          <a:p xmlns:a="http://schemas.openxmlformats.org/drawingml/2006/main">
            <a:r>
              <a:t>../crewai_learning/01_Bridge_Sequential_Crew.ipynb</a:t>
            </a:r>
          </a:p>
          <a:p xmlns:a="http://schemas.openxmlformats.org/drawingml/2006/main">
            <a:r>
              <a:t>The diagram shows the configured three-role design. The required local fixture validates the patch and fills qa_inbox; the QA task is not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(repository paths relative to slides/):</a:t>
            </a:r>
          </a:p>
          <a:p xmlns:a="http://schemas.openxmlformats.org/drawingml/2006/main">
            <a:r>
              <a:t>../README.md#submission-checklist</a:t>
            </a:r>
          </a:p>
          <a:p xmlns:a="http://schemas.openxmlformats.org/drawingml/2006/main">
            <a:r>
              <a:t>../ASSIGNMENTS.md#ex5-capstone-virtual-software-company</a:t>
            </a:r>
          </a:p>
          <a:p xmlns:a="http://schemas.openxmlformats.org/drawingml/2006/main">
            <a:r>
              <a:t>../extensions/live_software_factory.md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(repository paths relative to slides/):</a:t>
            </a:r>
          </a:p>
          <a:p xmlns:a="http://schemas.openxmlformats.org/drawingml/2006/main">
            <a:r>
              <a:t>../SETUP.md</a:t>
            </a:r>
          </a:p>
          <a:p xmlns:a="http://schemas.openxmlformats.org/drawingml/2006/main">
            <a:r>
              <a:t>../README.md#runtime-and-assessment</a:t>
            </a:r>
          </a:p>
          <a:p xmlns:a="http://schemas.openxmlformats.org/drawingml/2006/main">
            <a:r>
              <a:t>../notebook_manifest.yml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3cfccc8316461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01f0418c6b44c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91268ec64b46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8cdd442172419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48f7035073485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31703b104648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7FC412-12B6-44F3-B13B-DA7CF65027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A8812DB-86FB-45A4-A38E-2D413A596CB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0CB3000-5C42-4D78-8722-3C956794C5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DDEC23-331C-42A3-B368-A52BB77482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D7211F5-5A6C-49DC-AA17-6CDA4458B1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9E2CD0D-E34E-4528-B65B-6EA9E39FF9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1C1A1C5-B285-4C33-943F-7245D8D122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5A34367-3CA6-4FEF-A664-722618F082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546576-2FE4-4D52-9900-286638DA38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1EC3C6-4B39-4C52-99A0-5F8D07CADB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8cd3fe44f8451b" /><Relationship Type="http://schemas.openxmlformats.org/officeDocument/2006/relationships/slideLayout" Target="/ppt/slideLayouts/slideLayout1.xml" Id="Rce6281bc3869479a" /><Relationship Type="http://schemas.openxmlformats.org/officeDocument/2006/relationships/slideLayout" Target="/ppt/slideLayouts/slideLayout2.xml" Id="Rc51485ae5cd44385" /><Relationship Type="http://schemas.openxmlformats.org/officeDocument/2006/relationships/slideLayout" Target="/ppt/slideLayouts/slideLayout3.xml" Id="R1a46e8c4f3474521" /><Relationship Type="http://schemas.openxmlformats.org/officeDocument/2006/relationships/slideLayout" Target="/ppt/slideLayouts/slideLayout4.xml" Id="R8f3fabc82cc9418c" /><Relationship Type="http://schemas.openxmlformats.org/officeDocument/2006/relationships/slideLayout" Target="/ppt/slideLayouts/slideLayout5.xml" Id="Rd61bd866a41e4313" /><Relationship Type="http://schemas.openxmlformats.org/officeDocument/2006/relationships/slideLayout" Target="/ppt/slideLayouts/slideLayout6.xml" Id="Ref316a8817f140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6281bc3869479a"/>
    <p:sldLayoutId xmlns:r="http://schemas.openxmlformats.org/officeDocument/2006/relationships" id="2147483650" r:id="Rc51485ae5cd44385"/>
    <p:sldLayoutId xmlns:r="http://schemas.openxmlformats.org/officeDocument/2006/relationships" id="2147483651" r:id="R1a46e8c4f3474521"/>
    <p:sldLayoutId xmlns:r="http://schemas.openxmlformats.org/officeDocument/2006/relationships" id="2147483652" r:id="R8f3fabc82cc9418c"/>
    <p:sldLayoutId xmlns:r="http://schemas.openxmlformats.org/officeDocument/2006/relationships" id="2147483653" r:id="Rd61bd866a41e4313"/>
    <p:sldLayoutId xmlns:r="http://schemas.openxmlformats.org/officeDocument/2006/relationships" id="2147483654" r:id="Ref316a8817f140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fdaf33189847a2" /><Relationship Type="http://schemas.openxmlformats.org/officeDocument/2006/relationships/notesSlide" Target="/ppt/notesSlides/notesSlide1.xml" Id="R55dfcd234b1541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1e78ced5ce4c58" /><Relationship Type="http://schemas.openxmlformats.org/officeDocument/2006/relationships/notesSlide" Target="/ppt/notesSlides/notesSlide2.xml" Id="R0c7bc4370e3344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9e7df31ea940af" /><Relationship Type="http://schemas.openxmlformats.org/officeDocument/2006/relationships/notesSlide" Target="/ppt/notesSlides/notesSlide3.xml" Id="R4a6e07a415c04a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1550f9c1fa4d25" /><Relationship Type="http://schemas.openxmlformats.org/officeDocument/2006/relationships/notesSlide" Target="/ppt/notesSlides/notesSlide4.xml" Id="R138a50bbfbed43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763eb48aa9443f" /><Relationship Type="http://schemas.openxmlformats.org/officeDocument/2006/relationships/notesSlide" Target="/ppt/notesSlides/notesSlide5.xml" Id="R500337531eca45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172dab4b314948" /><Relationship Type="http://schemas.openxmlformats.org/officeDocument/2006/relationships/notesSlide" Target="/ppt/notesSlides/notesSlide6.xml" Id="R3a8ec63708244a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2D4182-00F4-4D20-A7AD-0754EDF8BB3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543925" y="41338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6FF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6EDCF9-E07F-43FA-99FC-AF16354B0D0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895975" y="41338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6FF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2F2EFF-FC09-493D-BA88-733E1587573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248025" y="41338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6FF"/>
            </a:solidFill>
            <a:tailEnd type="arrow" w="med" len="med"/>
          </a:ln>
        </p:spPr>
      </p:cxnSp>
      <p:sp>
        <p:nvSpPr>
          <p:cNvPr id="13" name="Managing Multi-AI Teams:">
            <a:extLst xmlns:a="http://schemas.openxmlformats.org/drawingml/2006/main">
              <a:ext uri="{FF2B5EF4-FFF2-40B4-BE49-F238E27FC236}">
                <a16:creationId xmlns:a16="http://schemas.microsoft.com/office/drawing/2014/main" id="{2F0283C7-7D14-4E0C-81D9-24D3671C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defPPr>
            <a:lvl1pPr algn="l">
              <a:defRPr sz="42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1pPr>
            <a:lvl2pPr algn="l">
              <a:defRPr sz="42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2pPr>
            <a:lvl3pPr algn="l">
              <a:defRPr sz="42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3pPr>
            <a:lvl4pPr algn="l">
              <a:defRPr sz="42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4pPr>
            <a:lvl5pPr algn="l">
              <a:defRPr sz="42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5pPr>
            <a:lvl6pPr algn="l">
              <a:defRPr sz="42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6pPr>
            <a:lvl7pPr algn="l">
              <a:defRPr sz="42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7pPr>
            <a:lvl8pPr algn="l">
              <a:defRPr sz="42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8pPr>
            <a:lvl9pPr algn="l">
              <a:defRPr sz="42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E1E24"/>
                </a:solidFill>
                <a:latin typeface="Arial"/>
                <a:ea typeface="Arial"/>
                <a:cs typeface="Arial"/>
              </a:rPr>
              <a:t>Managing Multi-AI Teams:</a:t>
            </a:r>
          </a:p>
        </p:txBody>
      </p:sp>
      <p:sp>
        <p:nvSpPr>
          <p:cNvPr id="2" name="Orchestration to Production">
            <a:extLst xmlns:a="http://schemas.openxmlformats.org/drawingml/2006/main">
              <a:ext uri="{FF2B5EF4-FFF2-40B4-BE49-F238E27FC236}">
                <a16:creationId xmlns:a16="http://schemas.microsoft.com/office/drawing/2014/main" id="{60F253D3-8026-4D8B-BBC9-286F6187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66FF"/>
                </a:solidFill>
                <a:latin typeface="Arial"/>
                <a:ea typeface="Arial"/>
                <a:cs typeface="Arial"/>
              </a:rPr>
              <a:t>Orchestration to Production</a:t>
            </a:r>
          </a:p>
        </p:txBody>
      </p:sp>
      <p:sp>
        <p:nvSpPr>
          <p:cNvPr id="3" name="Core stack: Python 3.12 · Pydantic · CrewAI ·">
            <a:extLst xmlns:a="http://schemas.openxmlformats.org/drawingml/2006/main">
              <a:ext uri="{FF2B5EF4-FFF2-40B4-BE49-F238E27FC236}">
                <a16:creationId xmlns:a16="http://schemas.microsoft.com/office/drawing/2014/main" id="{A1AC91C6-CB86-4975-A8EA-E3307206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E1E24"/>
                </a:solidFill>
                <a:latin typeface="Arial"/>
                <a:ea typeface="Arial"/>
                <a:cs typeface="Arial"/>
              </a:rPr>
              <a:t>Core stack: Python 3.12 · Pydantic · CrewAI · JupyterLab</a:t>
            </a:r>
          </a:p>
        </p:txBody>
      </p:sp>
      <p:sp>
        <p:nvSpPr>
          <p:cNvPr id="4" name="Contracts">
            <a:extLst xmlns:a="http://schemas.openxmlformats.org/drawingml/2006/main">
              <a:ext uri="{FF2B5EF4-FFF2-40B4-BE49-F238E27FC236}">
                <a16:creationId xmlns:a16="http://schemas.microsoft.com/office/drawing/2014/main" id="{96706977-A953-4C11-B69B-AB132DCC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14750"/>
            <a:ext cx="2247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14288">
            <a:solidFill>
              <a:srgbClr val="0066F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6FF"/>
                </a:solidFill>
                <a:latin typeface="Arial"/>
                <a:ea typeface="Arial"/>
                <a:cs typeface="Arial"/>
              </a:rPr>
              <a:t>Contracts</a:t>
            </a:r>
          </a:p>
        </p:txBody>
      </p:sp>
      <p:sp>
        <p:nvSpPr>
          <p:cNvPr id="5" name="Roles">
            <a:extLst xmlns:a="http://schemas.openxmlformats.org/drawingml/2006/main">
              <a:ext uri="{FF2B5EF4-FFF2-40B4-BE49-F238E27FC236}">
                <a16:creationId xmlns:a16="http://schemas.microsoft.com/office/drawing/2014/main" id="{81706280-4BA2-495E-9F5A-306C04B6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714750"/>
            <a:ext cx="2247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14288">
            <a:solidFill>
              <a:srgbClr val="0066F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6FF"/>
                </a:solidFill>
                <a:latin typeface="Arial"/>
                <a:ea typeface="Arial"/>
                <a:cs typeface="Arial"/>
              </a:rPr>
              <a:t>Roles</a:t>
            </a:r>
          </a:p>
        </p:txBody>
      </p:sp>
      <p:sp>
        <p:nvSpPr>
          <p:cNvPr id="6" name="Gates">
            <a:extLst xmlns:a="http://schemas.openxmlformats.org/drawingml/2006/main">
              <a:ext uri="{FF2B5EF4-FFF2-40B4-BE49-F238E27FC236}">
                <a16:creationId xmlns:a16="http://schemas.microsoft.com/office/drawing/2014/main" id="{71DFCDA2-DF6C-4B70-871E-ADDCAFF7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714750"/>
            <a:ext cx="2247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14288">
            <a:solidFill>
              <a:srgbClr val="0066F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6FF"/>
                </a:solidFill>
                <a:latin typeface="Arial"/>
                <a:ea typeface="Arial"/>
                <a:cs typeface="Arial"/>
              </a:rPr>
              <a:t>Gates</a:t>
            </a:r>
          </a:p>
        </p:txBody>
      </p:sp>
      <p:sp>
        <p:nvSpPr>
          <p:cNvPr id="7" name="Evidence">
            <a:extLst xmlns:a="http://schemas.openxmlformats.org/drawingml/2006/main">
              <a:ext uri="{FF2B5EF4-FFF2-40B4-BE49-F238E27FC236}">
                <a16:creationId xmlns:a16="http://schemas.microsoft.com/office/drawing/2014/main" id="{82ADD29D-1B08-402F-B0A5-5AFBC104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714750"/>
            <a:ext cx="2247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14288">
            <a:solidFill>
              <a:srgbClr val="0066F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6F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1" name="Local fixtures · No LLM or reasoning-model ca">
            <a:extLst xmlns:a="http://schemas.openxmlformats.org/drawingml/2006/main">
              <a:ext uri="{FF2B5EF4-FFF2-40B4-BE49-F238E27FC236}">
                <a16:creationId xmlns:a16="http://schemas.microsoft.com/office/drawing/2014/main" id="{7E96B89E-5391-4C97-82C3-7BE1FA35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E1E24"/>
                </a:solidFill>
                <a:latin typeface="Arial"/>
                <a:ea typeface="Arial"/>
                <a:cs typeface="Arial"/>
              </a:rPr>
              <a:t>Local fixtures · No LLM or reasoning-model calls · API cost $0.00</a:t>
            </a:r>
          </a:p>
        </p:txBody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9023076B-4CAF-415C-A550-31C20500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1E2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106812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28662-6D3D-4849-A89E-9DA1B1A19020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8543925" y="23717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6FF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9E5E57-8E73-442C-889B-57B5F51CEAC5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5895975" y="23717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6FF"/>
            </a:solidFill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5F510-7C3D-4AFB-B661-D0F83646D5AF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248025" y="23717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6FF"/>
            </a:solidFill>
            <a:tailEnd type="arrow" w="med" len="med"/>
          </a:ln>
        </p:spPr>
      </p:cxnSp>
      <p:sp>
        <p:nvSpPr>
          <p:cNvPr id="11" name="Architecture &amp; Interaction Patterns">
            <a:extLst xmlns:a="http://schemas.openxmlformats.org/drawingml/2006/main">
              <a:ext uri="{FF2B5EF4-FFF2-40B4-BE49-F238E27FC236}">
                <a16:creationId xmlns:a16="http://schemas.microsoft.com/office/drawing/2014/main" id="{92FA5232-463F-460A-B601-B14F583F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E1E24"/>
                </a:solidFill>
                <a:latin typeface="Arial"/>
                <a:ea typeface="Arial"/>
                <a:cs typeface="Arial"/>
              </a:rPr>
              <a:t>Architecture &amp; Interaction Patterns</a:t>
            </a:r>
          </a:p>
        </p:txBody>
      </p:sp>
      <p:sp>
        <p:nvSpPr>
          <p:cNvPr id="2" name="Roles">
            <a:extLst xmlns:a="http://schemas.openxmlformats.org/drawingml/2006/main">
              <a:ext uri="{FF2B5EF4-FFF2-40B4-BE49-F238E27FC236}">
                <a16:creationId xmlns:a16="http://schemas.microsoft.com/office/drawing/2014/main" id="{C88946A1-7B75-49A1-88A1-E524A2B6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247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14288">
            <a:solidFill>
              <a:srgbClr val="0066F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6FF"/>
                </a:solidFill>
                <a:latin typeface="Arial"/>
                <a:ea typeface="Arial"/>
                <a:cs typeface="Arial"/>
              </a:rPr>
              <a:t>Roles</a:t>
            </a:r>
          </a:p>
        </p:txBody>
      </p:sp>
      <p:sp>
        <p:nvSpPr>
          <p:cNvPr id="3" name="Rules">
            <a:extLst xmlns:a="http://schemas.openxmlformats.org/drawingml/2006/main">
              <a:ext uri="{FF2B5EF4-FFF2-40B4-BE49-F238E27FC236}">
                <a16:creationId xmlns:a16="http://schemas.microsoft.com/office/drawing/2014/main" id="{0549F805-7658-4E6D-AA29-439521B3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952625"/>
            <a:ext cx="2247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14288">
            <a:solidFill>
              <a:srgbClr val="0066F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6FF"/>
                </a:solidFill>
                <a:latin typeface="Arial"/>
                <a:ea typeface="Arial"/>
                <a:cs typeface="Arial"/>
              </a:rPr>
              <a:t>Rules</a:t>
            </a:r>
          </a:p>
        </p:txBody>
      </p:sp>
      <p:sp>
        <p:nvSpPr>
          <p:cNvPr id="4" name="Handoffs">
            <a:extLst xmlns:a="http://schemas.openxmlformats.org/drawingml/2006/main">
              <a:ext uri="{FF2B5EF4-FFF2-40B4-BE49-F238E27FC236}">
                <a16:creationId xmlns:a16="http://schemas.microsoft.com/office/drawing/2014/main" id="{2A1021AD-221F-4AF7-81AE-98CCAA50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952625"/>
            <a:ext cx="2247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14288">
            <a:solidFill>
              <a:srgbClr val="0066F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6FF"/>
                </a:solidFill>
                <a:latin typeface="Arial"/>
                <a:ea typeface="Arial"/>
                <a:cs typeface="Arial"/>
              </a:rPr>
              <a:t>Handoffs</a:t>
            </a:r>
          </a:p>
        </p:txBody>
      </p:sp>
      <p:sp>
        <p:nvSpPr>
          <p:cNvPr id="5" name="Evidence">
            <a:extLst xmlns:a="http://schemas.openxmlformats.org/drawingml/2006/main">
              <a:ext uri="{FF2B5EF4-FFF2-40B4-BE49-F238E27FC236}">
                <a16:creationId xmlns:a16="http://schemas.microsoft.com/office/drawing/2014/main" id="{7E2157F8-235F-4FD4-855E-3EA2D2D4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952625"/>
            <a:ext cx="2247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14288">
            <a:solidFill>
              <a:srgbClr val="0066F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6F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9" name="Key points">
            <a:extLst xmlns:a="http://schemas.openxmlformats.org/drawingml/2006/main">
              <a:ext uri="{FF2B5EF4-FFF2-40B4-BE49-F238E27FC236}">
                <a16:creationId xmlns:a16="http://schemas.microsoft.com/office/drawing/2014/main" id="{08F69FDC-757B-453B-B6FD-76BACF6B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05727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2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E1E24"/>
                </a:solidFill>
                <a:latin typeface="Arial"/>
                <a:ea typeface="Arial"/>
                <a:cs typeface="Arial"/>
              </a:rPr>
              <a:t>Roles assign work; rules gate actions; topology routes evidence.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2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E1E24"/>
                </a:solidFill>
                <a:latin typeface="Arial"/>
                <a:ea typeface="Arial"/>
                <a:cs typeface="Arial"/>
              </a:rPr>
              <a:t>Compare independent, peer, centralized, and hybrid paths in Lab 2.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2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E1E24"/>
                </a:solidFill>
                <a:latin typeface="Arial"/>
                <a:ea typeface="Arial"/>
                <a:cs typeface="Arial"/>
              </a:rPr>
              <a:t>Bound attempts; stop or repair using explicit failure evidence.</a:t>
            </a:r>
          </a:p>
        </p:txBody>
      </p:sp>
      <p:sp>
        <p:nvSpPr>
          <p:cNvPr id="10" name="2">
            <a:extLst xmlns:a="http://schemas.openxmlformats.org/drawingml/2006/main">
              <a:ext uri="{FF2B5EF4-FFF2-40B4-BE49-F238E27FC236}">
                <a16:creationId xmlns:a16="http://schemas.microsoft.com/office/drawing/2014/main" id="{B7FFF8CB-15F0-4A3D-8D34-9E2ECF8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1E2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550255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3F256-EF82-4F95-A5B5-FF8F3838E437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7572375" y="2419350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6FF"/>
            </a:solidFill>
            <a:tailEnd type="arrow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6BDC4-2D81-43AE-9A9D-A412E2EA41C0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971925" y="2419350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6FF"/>
            </a:solidFill>
            <a:tailEnd type="arrow" w="med" len="med"/>
          </a:ln>
        </p:spPr>
      </p:cxnSp>
      <p:sp>
        <p:nvSpPr>
          <p:cNvPr id="10" name="Agent-to-Agent (A2A) Contract Handoffs">
            <a:extLst xmlns:a="http://schemas.openxmlformats.org/drawingml/2006/main">
              <a:ext uri="{FF2B5EF4-FFF2-40B4-BE49-F238E27FC236}">
                <a16:creationId xmlns:a16="http://schemas.microsoft.com/office/drawing/2014/main" id="{16A213F6-EE7F-4B5C-872B-B83FAD04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E1E24"/>
                </a:solidFill>
                <a:latin typeface="Arial"/>
                <a:ea typeface="Arial"/>
                <a:cs typeface="Arial"/>
              </a:rPr>
              <a:t>Agent-to-Agent (A2A) Contract Handoffs</a:t>
            </a:r>
          </a:p>
        </p:txBody>
      </p:sp>
      <p:sp>
        <p:nvSpPr>
          <p:cNvPr id="2" name="Development">
            <a:extLst xmlns:a="http://schemas.openxmlformats.org/drawingml/2006/main">
              <a:ext uri="{FF2B5EF4-FFF2-40B4-BE49-F238E27FC236}">
                <a16:creationId xmlns:a16="http://schemas.microsoft.com/office/drawing/2014/main" id="{0A2AEF0D-B9C8-492F-BB6D-339D4DCD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000250"/>
            <a:ext cx="2952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14288">
            <a:solidFill>
              <a:srgbClr val="0066F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6FF"/>
                </a:solidFill>
                <a:latin typeface="Arial"/>
                <a:ea typeface="Arial"/>
                <a:cs typeface="Arial"/>
              </a:rPr>
              <a:t>Development</a:t>
            </a:r>
          </a:p>
        </p:txBody>
      </p:sp>
      <p:sp>
        <p:nvSpPr>
          <p:cNvPr id="3" name="Validate">
            <a:extLst xmlns:a="http://schemas.openxmlformats.org/drawingml/2006/main">
              <a:ext uri="{FF2B5EF4-FFF2-40B4-BE49-F238E27FC236}">
                <a16:creationId xmlns:a16="http://schemas.microsoft.com/office/drawing/2014/main" id="{56380993-FD76-4117-BA0D-2C1729AA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00250"/>
            <a:ext cx="2952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14288">
            <a:solidFill>
              <a:srgbClr val="0066F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6FF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4" name="Security">
            <a:extLst xmlns:a="http://schemas.openxmlformats.org/drawingml/2006/main">
              <a:ext uri="{FF2B5EF4-FFF2-40B4-BE49-F238E27FC236}">
                <a16:creationId xmlns:a16="http://schemas.microsoft.com/office/drawing/2014/main" id="{636B9DD4-CC93-44D1-A1F0-6599EC79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000250"/>
            <a:ext cx="2952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14288">
            <a:solidFill>
              <a:srgbClr val="0066F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6FF"/>
                </a:solidFill>
                <a:latin typeface="Arial"/>
                <a:ea typeface="Arial"/>
                <a:cs typeface="Arial"/>
              </a:rPr>
              <a:t>Security</a:t>
            </a:r>
          </a:p>
        </p:txBody>
      </p:sp>
      <p:sp>
        <p:nvSpPr>
          <p:cNvPr id="7" name="DevDeliverable:&#10;    code_snippet: str&#10;    uni">
            <a:extLst xmlns:a="http://schemas.openxmlformats.org/drawingml/2006/main">
              <a:ext uri="{FF2B5EF4-FFF2-40B4-BE49-F238E27FC236}">
                <a16:creationId xmlns:a16="http://schemas.microsoft.com/office/drawing/2014/main" id="{6FEB15A4-63C9-41BD-9B11-335F4E31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5667375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E1E24"/>
                </a:solidFill>
                <a:latin typeface="Arial"/>
                <a:ea typeface="Arial"/>
                <a:cs typeface="Arial"/>
              </a:rPr>
              <a:t>DevDeliverable:</a:t>
            </a:r>
          </a:p>
          <a:p xmlns:a="http://schemas.openxmlformats.org/drawingml/2006/main">
            <a:pPr algn="l">
              <a:defRPr sz="21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E1E24"/>
                </a:solidFill>
                <a:latin typeface="Arial"/>
                <a:ea typeface="Arial"/>
                <a:cs typeface="Arial"/>
              </a:rPr>
              <a:t>    code_snippet: str</a:t>
            </a:r>
          </a:p>
          <a:p xmlns:a="http://schemas.openxmlformats.org/drawingml/2006/main">
            <a:pPr algn="l">
              <a:defRPr sz="21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E1E24"/>
                </a:solidFill>
                <a:latin typeface="Arial"/>
                <a:ea typeface="Arial"/>
                <a:cs typeface="Arial"/>
              </a:rPr>
              <a:t>    unit_tests_passed: bool</a:t>
            </a:r>
          </a:p>
          <a:p xmlns:a="http://schemas.openxmlformats.org/drawingml/2006/main">
            <a:pPr algn="l">
              <a:defRPr sz="21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E1E24"/>
                </a:solidFill>
                <a:latin typeface="Arial"/>
                <a:ea typeface="Arial"/>
                <a:cs typeface="Arial"/>
              </a:rPr>
              <a:t>    dev_team_signature: str</a:t>
            </a:r>
          </a:p>
        </p:txBody>
      </p:sp>
      <p:sp>
        <p:nvSpPr>
          <p:cNvPr id="8" name="Key points">
            <a:extLst xmlns:a="http://schemas.openxmlformats.org/drawingml/2006/main">
              <a:ext uri="{FF2B5EF4-FFF2-40B4-BE49-F238E27FC236}">
                <a16:creationId xmlns:a16="http://schemas.microsoft.com/office/drawing/2014/main" id="{7CB11F93-AB4B-4088-8299-A20D2DCD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76625"/>
            <a:ext cx="4476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1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E1E24"/>
                </a:solidFill>
                <a:latin typeface="Arial"/>
                <a:ea typeface="Arial"/>
                <a:cs typeface="Arial"/>
              </a:rPr>
              <a:t>Reject malformed output and failed QA.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1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E1E24"/>
                </a:solidFill>
                <a:latin typeface="Arial"/>
                <a:ea typeface="Arial"/>
                <a:cs typeface="Arial"/>
              </a:rPr>
              <a:t>Scoped memory; typed local API.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1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E1E24"/>
                </a:solidFill>
                <a:latin typeface="Arial"/>
                <a:ea typeface="Arial"/>
                <a:cs typeface="Arial"/>
              </a:rPr>
              <a:t>Return SecurityAuditResult.</a:t>
            </a:r>
          </a:p>
        </p:txBody>
      </p:sp>
      <p:sp>
        <p:nvSpPr>
          <p:cNvPr id="9" name="3">
            <a:extLst xmlns:a="http://schemas.openxmlformats.org/drawingml/2006/main">
              <a:ext uri="{FF2B5EF4-FFF2-40B4-BE49-F238E27FC236}">
                <a16:creationId xmlns:a16="http://schemas.microsoft.com/office/drawing/2014/main" id="{A54B343C-AE0F-42DE-ABFB-E08DB983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1E2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806435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54F61-95AB-4009-91F8-A0911D27DD29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6096000" y="2305050"/>
            <a:ext cx="3048000" cy="495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66FF"/>
            </a:solidFill>
            <a:tailEnd type="arrow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6778E-4471-4607-818A-0A1292292A22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3" idx="0"/>
          </p:cNvCxnSpPr>
          <p:nvPr/>
        </p:nvCxnSpPr>
        <p:spPr>
          <a:xfrm xmlns:a="http://schemas.openxmlformats.org/drawingml/2006/main" flipH="1">
            <a:off x="3048000" y="2305050"/>
            <a:ext cx="3048000" cy="495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66FF"/>
            </a:solidFill>
            <a:tailEnd type="arrow" w="med" len="med"/>
          </a:ln>
        </p:spPr>
      </p:cxnSp>
      <p:sp>
        <p:nvSpPr>
          <p:cNvPr id="9" name="Hands-On Lab: Code Review Pipeline">
            <a:extLst xmlns:a="http://schemas.openxmlformats.org/drawingml/2006/main">
              <a:ext uri="{FF2B5EF4-FFF2-40B4-BE49-F238E27FC236}">
                <a16:creationId xmlns:a16="http://schemas.microsoft.com/office/drawing/2014/main" id="{9ED7CD7B-692B-40BF-B522-002F46A6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E1E24"/>
                </a:solidFill>
                <a:latin typeface="Arial"/>
                <a:ea typeface="Arial"/>
                <a:cs typeface="Arial"/>
              </a:rPr>
              <a:t>Hands-On Lab: Code Review Pipeline</a:t>
            </a:r>
          </a:p>
        </p:txBody>
      </p:sp>
      <p:sp>
        <p:nvSpPr>
          <p:cNvPr id="2" name="Engineering Manager (oversight)">
            <a:extLst xmlns:a="http://schemas.openxmlformats.org/drawingml/2006/main">
              <a:ext uri="{FF2B5EF4-FFF2-40B4-BE49-F238E27FC236}">
                <a16:creationId xmlns:a16="http://schemas.microsoft.com/office/drawing/2014/main" id="{BCBD82F5-45FC-475E-8BE8-19AD9705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95450"/>
            <a:ext cx="476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14288">
            <a:solidFill>
              <a:srgbClr val="0066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66FF"/>
                </a:solidFill>
                <a:latin typeface="Arial"/>
                <a:ea typeface="Arial"/>
                <a:cs typeface="Arial"/>
              </a:rPr>
              <a:t>Engineering Manager (oversight)</a:t>
            </a:r>
          </a:p>
        </p:txBody>
      </p:sp>
      <p:sp>
        <p:nvSpPr>
          <p:cNvPr id="3" name="Coder">
            <a:extLst xmlns:a="http://schemas.openxmlformats.org/drawingml/2006/main">
              <a:ext uri="{FF2B5EF4-FFF2-40B4-BE49-F238E27FC236}">
                <a16:creationId xmlns:a16="http://schemas.microsoft.com/office/drawing/2014/main" id="{8B369513-B147-49FA-B38E-5390744D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035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14288">
            <a:solidFill>
              <a:srgbClr val="0066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66FF"/>
                </a:solidFill>
                <a:latin typeface="Arial"/>
                <a:ea typeface="Arial"/>
                <a:cs typeface="Arial"/>
              </a:rPr>
              <a:t>Coder</a:t>
            </a:r>
          </a:p>
        </p:txBody>
      </p:sp>
      <p:sp>
        <p:nvSpPr>
          <p:cNvPr id="4" name="QA Auditor">
            <a:extLst xmlns:a="http://schemas.openxmlformats.org/drawingml/2006/main">
              <a:ext uri="{FF2B5EF4-FFF2-40B4-BE49-F238E27FC236}">
                <a16:creationId xmlns:a16="http://schemas.microsoft.com/office/drawing/2014/main" id="{D6F20B51-D098-4BD5-93AC-E76EA374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0035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14288">
            <a:solidFill>
              <a:srgbClr val="0066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66FF"/>
                </a:solidFill>
                <a:latin typeface="Arial"/>
                <a:ea typeface="Arial"/>
                <a:cs typeface="Arial"/>
              </a:rPr>
              <a:t>QA Auditor</a:t>
            </a:r>
          </a:p>
        </p:txBody>
      </p:sp>
      <p:sp>
        <p:nvSpPr>
          <p:cNvPr id="7" name="Key points">
            <a:extLst xmlns:a="http://schemas.openxmlformats.org/drawingml/2006/main">
              <a:ext uri="{FF2B5EF4-FFF2-40B4-BE49-F238E27FC236}">
                <a16:creationId xmlns:a16="http://schemas.microsoft.com/office/drawing/2014/main" id="{605DE47D-9A96-4015-B326-DB702BCE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5727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175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E1E24"/>
                </a:solidFill>
                <a:latin typeface="Arial"/>
                <a:ea typeface="Arial"/>
                <a:cs typeface="Arial"/>
              </a:rPr>
              <a:t>Remove Manager writing access and add architect_task to Coder context.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175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E1E24"/>
                </a:solidFill>
                <a:latin typeface="Arial"/>
                <a:ea typeface="Arial"/>
                <a:cs typeface="Arial"/>
              </a:rPr>
              <a:t>Audit the typed patch; admit valid output to qa_inbox.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175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E1E24"/>
                </a:solidFill>
                <a:latin typeface="Arial"/>
                <a:ea typeface="Arial"/>
                <a:cs typeface="Arial"/>
              </a:rPr>
              <a:t>Optional bridge: create a Crew, run kickoff, display Markdown.</a:t>
            </a:r>
          </a:p>
        </p:txBody>
      </p:sp>
      <p:sp>
        <p:nvSpPr>
          <p:cNvPr id="8" name="4">
            <a:extLst xmlns:a="http://schemas.openxmlformats.org/drawingml/2006/main">
              <a:ext uri="{FF2B5EF4-FFF2-40B4-BE49-F238E27FC236}">
                <a16:creationId xmlns:a16="http://schemas.microsoft.com/office/drawing/2014/main" id="{53ADAED2-BC56-44FD-A060-056A3168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1E2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658737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680E57-F0BC-45C1-9167-5EEAAFB327A3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7572375" y="23717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6FF"/>
            </a:solidFill>
            <a:tailEnd type="arrow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902FE-7466-456E-A452-E360C1384EAF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971925" y="23717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6FF"/>
            </a:solidFill>
            <a:tailEnd type="arrow" w="med" len="med"/>
          </a:ln>
        </p:spPr>
      </p:cxnSp>
      <p:sp>
        <p:nvSpPr>
          <p:cNvPr id="9" name="Hands-On Lab &amp; Homework Deliverable">
            <a:extLst xmlns:a="http://schemas.openxmlformats.org/drawingml/2006/main">
              <a:ext uri="{FF2B5EF4-FFF2-40B4-BE49-F238E27FC236}">
                <a16:creationId xmlns:a16="http://schemas.microsoft.com/office/drawing/2014/main" id="{03487E67-AF6B-4E0B-90BB-6C9AD1AB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E1E24"/>
                </a:solidFill>
                <a:latin typeface="Arial"/>
                <a:ea typeface="Arial"/>
                <a:cs typeface="Arial"/>
              </a:rPr>
              <a:t>Hands-On Lab &amp; Homework Deliverable</a:t>
            </a:r>
          </a:p>
        </p:txBody>
      </p:sp>
      <p:sp>
        <p:nvSpPr>
          <p:cNvPr id="2" name="00 Preflight">
            <a:extLst xmlns:a="http://schemas.openxmlformats.org/drawingml/2006/main">
              <a:ext uri="{FF2B5EF4-FFF2-40B4-BE49-F238E27FC236}">
                <a16:creationId xmlns:a16="http://schemas.microsoft.com/office/drawing/2014/main" id="{8E281B84-6DA6-4086-AA5E-986E1FB9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952625"/>
            <a:ext cx="2952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14288">
            <a:solidFill>
              <a:srgbClr val="0066F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66FF"/>
                </a:solidFill>
                <a:latin typeface="Arial"/>
                <a:ea typeface="Arial"/>
                <a:cs typeface="Arial"/>
              </a:rPr>
              <a:t>00 Preflight</a:t>
            </a:r>
          </a:p>
        </p:txBody>
      </p:sp>
      <p:sp>
        <p:nvSpPr>
          <p:cNvPr id="3" name="01–03 Labs">
            <a:extLst xmlns:a="http://schemas.openxmlformats.org/drawingml/2006/main">
              <a:ext uri="{FF2B5EF4-FFF2-40B4-BE49-F238E27FC236}">
                <a16:creationId xmlns:a16="http://schemas.microsoft.com/office/drawing/2014/main" id="{EC00D48A-C2F9-441C-BB70-50D46940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2952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14288">
            <a:solidFill>
              <a:srgbClr val="0066F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66FF"/>
                </a:solidFill>
                <a:latin typeface="Arial"/>
                <a:ea typeface="Arial"/>
                <a:cs typeface="Arial"/>
              </a:rPr>
              <a:t>01–03 Labs</a:t>
            </a:r>
          </a:p>
        </p:txBody>
      </p:sp>
      <p:sp>
        <p:nvSpPr>
          <p:cNvPr id="4" name="04–06 Delivery">
            <a:extLst xmlns:a="http://schemas.openxmlformats.org/drawingml/2006/main">
              <a:ext uri="{FF2B5EF4-FFF2-40B4-BE49-F238E27FC236}">
                <a16:creationId xmlns:a16="http://schemas.microsoft.com/office/drawing/2014/main" id="{5D849FF2-27E2-4047-BC4D-04EB1A00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952625"/>
            <a:ext cx="2952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14288">
            <a:solidFill>
              <a:srgbClr val="0066F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66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66FF"/>
                </a:solidFill>
                <a:latin typeface="Arial"/>
                <a:ea typeface="Arial"/>
                <a:cs typeface="Arial"/>
              </a:rPr>
              <a:t>04–06 Delivery</a:t>
            </a:r>
          </a:p>
        </p:txBody>
      </p:sp>
      <p:sp>
        <p:nvSpPr>
          <p:cNvPr id="7" name="Key points">
            <a:extLst xmlns:a="http://schemas.openxmlformats.org/drawingml/2006/main">
              <a:ext uri="{FF2B5EF4-FFF2-40B4-BE49-F238E27FC236}">
                <a16:creationId xmlns:a16="http://schemas.microsoft.com/office/drawing/2014/main" id="{6AD405F8-1A54-412B-A972-B5F90F64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05727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2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E1E24"/>
                </a:solidFill>
                <a:latin typeface="Arial"/>
                <a:ea typeface="Arial"/>
                <a:cs typeface="Arial"/>
              </a:rPr>
              <a:t>Portfolio: three repaired labs + Capstone + ADR with interaction map.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2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E1E24"/>
                </a:solidFill>
                <a:latin typeface="Arial"/>
                <a:ea typeface="Arial"/>
                <a:cs typeface="Arial"/>
              </a:rPr>
              <a:t>Factory / CI/CD: candidate revision + checks + gate decisions.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2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E1E24"/>
                </a:solidFill>
                <a:latin typeface="Arial"/>
                <a:ea typeface="Arial"/>
                <a:cs typeface="Arial"/>
              </a:rPr>
              <a:t>Prove malfunction, conflicting evidence, stale state, and bounded repair.</a:t>
            </a:r>
          </a:p>
        </p:txBody>
      </p:sp>
      <p:sp>
        <p:nvSpPr>
          <p:cNvPr id="8" name="5">
            <a:extLst xmlns:a="http://schemas.openxmlformats.org/drawingml/2006/main">
              <a:ext uri="{FF2B5EF4-FFF2-40B4-BE49-F238E27FC236}">
                <a16:creationId xmlns:a16="http://schemas.microsoft.com/office/drawing/2014/main" id="{CDCD2EE5-2112-4D51-A1EC-95761AC2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1E2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816713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nvironment &amp; Execution Logistics">
            <a:extLst xmlns:a="http://schemas.openxmlformats.org/drawingml/2006/main">
              <a:ext uri="{FF2B5EF4-FFF2-40B4-BE49-F238E27FC236}">
                <a16:creationId xmlns:a16="http://schemas.microsoft.com/office/drawing/2014/main" id="{662969A0-1684-4819-9705-FA0AF5B0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E1E2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E1E24"/>
                </a:solidFill>
                <a:latin typeface="Arial"/>
                <a:ea typeface="Arial"/>
                <a:cs typeface="Arial"/>
              </a:rPr>
              <a:t>Environment &amp; Execution Logistics</a:t>
            </a:r>
          </a:p>
        </p:txBody>
      </p:sp>
      <p:sp>
        <p:nvSpPr>
          <p:cNvPr id="2" name="Key points">
            <a:extLst xmlns:a="http://schemas.openxmlformats.org/drawingml/2006/main">
              <a:ext uri="{FF2B5EF4-FFF2-40B4-BE49-F238E27FC236}">
                <a16:creationId xmlns:a16="http://schemas.microsoft.com/office/drawing/2014/main" id="{CF006183-DBA5-4AF5-9387-0EB6A794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572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2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E1E24"/>
                </a:solidFill>
                <a:latin typeface="Arial"/>
                <a:ea typeface="Arial"/>
                <a:cs typeface="Arial"/>
              </a:rPr>
              <a:t>Local: Python 3.12 + Git + JupyterLab at repository root.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2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E1E24"/>
                </a:solidFill>
                <a:latin typeface="Arial"/>
                <a:ea typeface="Arial"/>
                <a:cs typeface="Arial"/>
              </a:rPr>
              <a:t>Git sync + dependency install before class; cloud setup is not supplied.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25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E1E24"/>
                </a:solidFill>
                <a:latin typeface="Arial"/>
                <a:ea typeface="Arial"/>
                <a:cs typeface="Arial"/>
              </a:rPr>
              <a:t>Evaluation: 3 labs × 20 + Capstone 20 + ADR/defense 20 = 100.</a:t>
            </a:r>
          </a:p>
        </p:txBody>
      </p:sp>
      <p:sp>
        <p:nvSpPr>
          <p:cNvPr id="3" name="Offline after setup · Existing dependencies ·">
            <a:extLst xmlns:a="http://schemas.openxmlformats.org/drawingml/2006/main">
              <a:ext uri="{FF2B5EF4-FFF2-40B4-BE49-F238E27FC236}">
                <a16:creationId xmlns:a16="http://schemas.microsoft.com/office/drawing/2014/main" id="{E0A42032-5EE2-4C58-96D6-04FA6750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066F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0066F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0066F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0066F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0066F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0066F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0066F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0066F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0066F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00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0066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66FF"/>
                </a:solidFill>
                <a:latin typeface="Arial"/>
                <a:ea typeface="Arial"/>
                <a:cs typeface="Arial"/>
              </a:rPr>
              <a:t>Offline after setup · Existing dependencies · Assessment unchanged</a:t>
            </a:r>
          </a:p>
        </p:txBody>
      </p:sp>
      <p:sp>
        <p:nvSpPr>
          <p:cNvPr id="4" name="6">
            <a:extLst xmlns:a="http://schemas.openxmlformats.org/drawingml/2006/main">
              <a:ext uri="{FF2B5EF4-FFF2-40B4-BE49-F238E27FC236}">
                <a16:creationId xmlns:a16="http://schemas.microsoft.com/office/drawing/2014/main" id="{342368DC-5162-4F3F-B1CA-4D2174B1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1E1E2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1E2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849949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2026-10-23T15:00:20.0160000Z</dcterms:created>
  <dcterms:modified xsi:type="dcterms:W3CDTF">2026-10-23T15:00:20.0160000Z</dcterms:modified>
</coreProperties>
</file>