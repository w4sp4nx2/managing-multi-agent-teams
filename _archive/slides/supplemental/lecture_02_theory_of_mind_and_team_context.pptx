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">
    <p:bg>
      <p:bgPr>
        <a:solidFill>
          <a:srgbClr val="2B2D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" kern="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MULTI-AGENT TEAMS  ·  LECTURE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Technology  ·  SDG AI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DECK  ·  DETERMINISTIC CLASSROOM PATH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of Mind as role-aware context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engineering analogy: represent what the next role needs to know.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6510528" cy="2359152"/>
          </a:xfrm>
          <a:prstGeom prst="roundRect">
            <a:avLst>
              <a:gd name="adj" fmla="val 4651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58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706624"/>
            <a:ext cx="5925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an agent track another role’s beliefs, goals, and task state?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516368" y="1993392"/>
            <a:ext cx="4005072" cy="2359152"/>
          </a:xfrm>
          <a:prstGeom prst="roundRect">
            <a:avLst>
              <a:gd name="adj" fmla="val 4651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08976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TRANSLATION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08976" y="2724912"/>
            <a:ext cx="33649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shared rules explicit. Pass them across the handoff.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58368" y="4718304"/>
            <a:ext cx="10863072" cy="822960"/>
          </a:xfrm>
          <a:prstGeom prst="roundRect">
            <a:avLst>
              <a:gd name="adj" fmla="val 13333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28616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explain what the Coder knows before it starts, and prove where that knowledge came from.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 et al. (EMNLP 2023) study Theory of Mind inference in cooperative multi-agent tasks.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role can only use context it receives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information looks like a coding error, but it starts at the handoff.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883664"/>
            <a:ext cx="4645152" cy="3364992"/>
          </a:xfrm>
          <a:prstGeom prst="roundRect">
            <a:avLst>
              <a:gd name="adj" fmla="val 3261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579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KNOWS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2624328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Rule: user_id must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a strict string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0976" y="383133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 is in the team log, but not in the Coder task context.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87568" y="3063240"/>
            <a:ext cx="548640" cy="548640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30815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510528" y="1883664"/>
            <a:ext cx="5010912" cy="3364992"/>
          </a:xfrm>
          <a:prstGeom prst="roundRect">
            <a:avLst>
              <a:gd name="adj" fmla="val 3261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21579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CODER RECEIVES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03136" y="2633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B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= 101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03136" y="3438144"/>
            <a:ext cx="4151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payload conflicts with an unseen rule. A Pydantic contract rejects it, but explicit context prevents the avoidable mismatch.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5559552"/>
            <a:ext cx="10460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where should the shared rule be added?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mirrors the deterministic TeamLog/context exercise in Lab 2.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Theory of Mind into observable state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assume a human-like mind; inspect the shared task representation.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64992" cy="1901952"/>
          </a:xfrm>
          <a:prstGeom prst="roundRect">
            <a:avLst>
              <a:gd name="adj" fmla="val 5769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2386584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45336" y="2395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 / rule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" y="3081528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constraint must the Coder follow?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3364992" cy="1901952"/>
          </a:xfrm>
          <a:prstGeom prst="roundRect">
            <a:avLst>
              <a:gd name="adj" fmla="val 5769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2386584"/>
            <a:ext cx="384048" cy="384048"/>
          </a:xfrm>
          <a:prstGeom prst="ellipse">
            <a:avLst/>
          </a:prstGeom>
          <a:solidFill>
            <a:srgbClr val="70E0CE"/>
          </a:solidFill>
          <a:ln w="6350">
            <a:solidFill>
              <a:srgbClr val="70E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75504" y="2395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/ acceptance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81528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lets QA say “pass”?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8037576" y="2148840"/>
            <a:ext cx="3364992" cy="1901952"/>
          </a:xfrm>
          <a:prstGeom prst="roundRect">
            <a:avLst>
              <a:gd name="adj" fmla="val 5769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2386584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23911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05672" y="2395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state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93608" y="3081528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already happened?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1097280" y="4544568"/>
            <a:ext cx="9966960" cy="877824"/>
          </a:xfrm>
          <a:prstGeom prst="roundRect">
            <a:avLst>
              <a:gd name="adj" fmla="val 12500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773168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TeamLog = explicit, inspectable commitments that can be selected for the next role.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 et al. report task-state and long-horizon context challenges; explicit belief-state representations improved performance in their study.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 the architect’s task as Coder context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handoff must be explicit in the workflow, not implied in prose.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6629400" cy="4041648"/>
          </a:xfrm>
          <a:prstGeom prst="roundRect">
            <a:avLst>
              <a:gd name="adj" fmla="val 2715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396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CREWAI HANDOFF · SIMPLIFIED EXCERPT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542032"/>
            <a:ext cx="601675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architect_task = Task(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description="Record the interface rules",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agent=architect,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output_pydantic=Contract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coder_task = Task(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description="Implement the contract",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agent=coder,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context=[architect_task],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output_pydantic=CodePatch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89520" y="1874520"/>
            <a:ext cx="3931920" cy="4041648"/>
          </a:xfrm>
          <a:prstGeom prst="roundRect">
            <a:avLst>
              <a:gd name="adj" fmla="val 2791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1396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CHAIN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2679192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6151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exists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898648"/>
            <a:ext cx="3008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 records a typed rule.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0" y="3584448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52044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attached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803904"/>
            <a:ext cx="3008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Coder receives that task.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0" y="4489704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checked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4709160"/>
            <a:ext cx="3008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reads a typed patch.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excerpt follows the concepts exercised in notebooks/02_crewai_contract_handoff.ipynb.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test the handoff, not the agent’s personality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Role-aware systems make knowledge visible and checkable.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5029200" cy="3273552"/>
          </a:xfrm>
          <a:prstGeom prst="roundRect">
            <a:avLst>
              <a:gd name="adj" fmla="val 3352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THREE QUESTIONS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32688" y="2770632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7066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rule?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29900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this role know?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56616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502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8561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role need to decide?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4361688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boundary?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" y="45811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stay outside its context?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956816"/>
            <a:ext cx="5440680" cy="3273552"/>
          </a:xfrm>
          <a:prstGeom prst="roundRect">
            <a:avLst>
              <a:gd name="adj" fmla="val 3352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WIN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2734056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Coder can point to the Architect task it received, and QA can validate a typed result.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64224" y="425196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anchor: Li et al., EMNLP 2023 · TeamLog in Action, ComSIS 2010.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Theory of Mind is used as a lens for explicit state and role awareness; it does not claim agents have human mental states.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Five-slide conceptual lecture decks for the nine-lecture curriculum</dc:subject>
  <dc:creator>Managing Multi-Agent Teams Workshop</dc:creator>
  <cp:lastModifiedBy>Managing Multi-Agent Teams Workshop</cp:lastModifiedBy>
  <cp:revision>1</cp:revision>
  <dcterms:created xsi:type="dcterms:W3CDTF">2026-10-06T17:10:10Z</dcterms:created>
  <dcterms:modified xsi:type="dcterms:W3CDTF">2026-10-06T17:10:10Z</dcterms:modified>
</cp:coreProperties>
</file>