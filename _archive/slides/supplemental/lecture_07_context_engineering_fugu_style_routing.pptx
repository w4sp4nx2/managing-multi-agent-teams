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2B2D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" kern="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MULTI-AGENT TEAMS  ·  LECTURE 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Technology  ·  SDG AI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DECK  ·  DETERMINISTIC CLASSROOM PATH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 &amp; Access List Routing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design pattern: choose which prior outputs each role may read.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50976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2724912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this worker see to finish its task safely?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589520" y="201168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82128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LABEL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82128" y="2697480"/>
            <a:ext cx="33101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only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Python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API calls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736592"/>
            <a:ext cx="10863072" cy="822960"/>
          </a:xfrm>
          <a:prstGeom prst="roundRect">
            <a:avLst>
              <a:gd name="adj" fmla="val 13333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956048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Define an access list that keeps useful evidence while excluding irrelevant history.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context: Conductor communication topologies; TRINITY’s Thinker, Worker, and Verifier roles.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context is not automatically better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transcript can hide the rule that matters and expose data the role does not need.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4800600" cy="3310128"/>
          </a:xfrm>
          <a:prstGeom prst="roundRect">
            <a:avLst>
              <a:gd name="adj" fmla="val 3315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B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UNFILTERED HISTORY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2761488"/>
            <a:ext cx="41330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tasks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prior responses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stale rules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E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logs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724144" y="3337560"/>
            <a:ext cx="548640" cy="548640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24144" y="33558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37960" y="2029968"/>
            <a:ext cx="4983480" cy="3310128"/>
          </a:xfrm>
          <a:prstGeom prst="roundRect">
            <a:avLst>
              <a:gd name="adj" fmla="val 3315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TASK-RELEVANT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30568" y="2761488"/>
            <a:ext cx="4187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contract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requirements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QA evidence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30568" y="44439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Short, selected, and traceable.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design principle: least-context access for task relevance and privacy.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access list makes context routing explicit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coordinator selects artifacts; each worker sees a bounded view.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2359152"/>
            <a:ext cx="2148840" cy="1572768"/>
          </a:xfrm>
          <a:prstGeom prst="roundRect">
            <a:avLst>
              <a:gd name="adj" fmla="val 697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outputs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218688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 · code · tests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75888" y="2359152"/>
            <a:ext cx="2468880" cy="1572768"/>
          </a:xfrm>
          <a:prstGeom prst="roundRect">
            <a:avLst>
              <a:gd name="adj" fmla="val 6977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list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22192" y="32186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per role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76872" y="2359152"/>
            <a:ext cx="1920240" cy="1572768"/>
          </a:xfrm>
          <a:prstGeom prst="roundRect">
            <a:avLst>
              <a:gd name="adj" fmla="val 697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1464" y="265176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23176" y="32186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 + brief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55480" y="2359152"/>
            <a:ext cx="1920240" cy="1572768"/>
          </a:xfrm>
          <a:prstGeom prst="roundRect">
            <a:avLst>
              <a:gd name="adj" fmla="val 697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0072" y="265176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701784" y="321868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+ tests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63240" y="2898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898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898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78992" y="4526280"/>
            <a:ext cx="10012680" cy="914400"/>
          </a:xfrm>
          <a:prstGeom prst="roundRect">
            <a:avLst>
              <a:gd name="adj" fmla="val 12000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773168"/>
            <a:ext cx="9436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Fugu-style here means a learner-written, local routing pattern. It does not reproduce a hosted system.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Conductor paper studies learned communication topologies; TRINITY studies coordinator-assigned roles. This diagram is a simplified teaching model.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tiny allow-list is enough to teach the idea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 · local artifacts · no network routing.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6510528" cy="4005072"/>
          </a:xfrm>
          <a:prstGeom prst="roundRect">
            <a:avLst>
              <a:gd name="adj" fmla="val 2740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BUILDER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633472"/>
            <a:ext cx="59253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=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"coder": ["architect_spec", "approved_requirements"],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"qa": ["coder_patch", "acceptance_tests"],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context_for(role, outputs):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ACCESS[role]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[outputs[name] for name in allowed]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16368" y="1938528"/>
            <a:ext cx="4005072" cy="4005072"/>
          </a:xfrm>
          <a:prstGeom prst="roundRect">
            <a:avLst>
              <a:gd name="adj" fmla="val 2740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8976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EACH ITEM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08976" y="2752344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37576" y="26883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297180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this artifact affect the task?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08976" y="3630168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37576" y="35661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37576" y="3849624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role authorized to read it?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08976" y="4507992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44439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37576" y="4727448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team name its source?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pseudocode: it demonstrates a policy idea, not a CrewAI or Fugu API.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select context; preserve the audit trail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worker should receive enough to act, and only what its role needs.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029200" cy="3255264"/>
          </a:xfrm>
          <a:prstGeom prst="roundRect">
            <a:avLst>
              <a:gd name="adj" fmla="val 3371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Coder and QA, choose two artifacts each from a task log.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4050792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ready to justify every inclusion and exclusion.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993392"/>
            <a:ext cx="5440680" cy="3255264"/>
          </a:xfrm>
          <a:prstGeom prst="roundRect">
            <a:avLst>
              <a:gd name="adj" fmla="val 3371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286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&amp; SCOPE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64224" y="2743200"/>
            <a:ext cx="47183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 of Mind for role-aware state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TRINITY: Thinker / Worker / Verifier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Conductor: learned coordination topology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364224" y="4361688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Fugu-style = local routing analogy, not a hosted endpoint.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et al. (EMNLP 2023); Xu et al., TRINITY (arXiv:2512.04695); Nielsen et al., Conductor (arXiv:2512.04388).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Five-slide conceptual lecture decks for the nine-lecture curriculum</dc:subject>
  <dc:creator>Managing Multi-Agent Teams Workshop</dc:creator>
  <cp:lastModifiedBy>Managing Multi-Agent Teams Workshop</cp:lastModifiedBy>
  <cp:revision>1</cp:revision>
  <dcterms:created xsi:type="dcterms:W3CDTF">2026-10-06T17:10:10Z</dcterms:created>
  <dcterms:modified xsi:type="dcterms:W3CDTF">2026-10-06T17:10:10Z</dcterms:modified>
</cp:coreProperties>
</file>